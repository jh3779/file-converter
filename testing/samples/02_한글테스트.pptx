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파일 변환기 테스트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PPTX → PDF 변환 확인용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드문 한글 자모·한자 테스트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뷁 밟 닳 넋 앎 옳 훑 흙 삵 값</a:t>
            </a:r>
          </a:p>
          <a:p>
            <a:r>
              <a:t>大韓民國 韓國語 漢字</a:t>
            </a:r>
          </a:p>
          <a:p>
            <a:r>
              <a:t>File Converter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